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vnd.ms-fontobject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f46d9ee9e24f9b" /><Relationship Type="http://schemas.openxmlformats.org/officeDocument/2006/relationships/extended-properties" Target="/docProps/app.xml" Id="R67b335cbb8664aea" /><Relationship Type="http://schemas.openxmlformats.org/officeDocument/2006/relationships/officeDocument" Target="/ppt/presentation.xml" Id="R0dcd63c7632e463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6fe5443d6b34f11"/>
  </p:sldMasterIdLst>
  <p:notesMasterIdLst>
    <p:notesMasterId xmlns:r="http://schemas.openxmlformats.org/officeDocument/2006/relationships" r:id="R0a2f74d2eb514d1b"/>
  </p:notesMasterIdLst>
  <p:sldIdLst>
    <p:sldId xmlns:r="http://schemas.openxmlformats.org/officeDocument/2006/relationships" id="256" r:id="R6d6d1bc44a25404f"/>
  </p:sldIdLst>
  <p:sldSz cx="12192000" cy="6858000"/>
  <p:notesSz cx="6858000" cy="9144000"/>
  <p:embeddedFontLst>
    <p:embeddedFont>
      <p:font typeface="UpMax"/>
      <p:regular xmlns:r="http://schemas.openxmlformats.org/officeDocument/2006/relationships" r:id="Re960de99c4e54ef1"/>
      <p:bold xmlns:r="http://schemas.openxmlformats.org/officeDocument/2006/relationships" r:id="Ra610fe402fc3493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a5705b97374f34" /><Relationship Type="http://schemas.openxmlformats.org/officeDocument/2006/relationships/slideMaster" Target="/ppt/slideMasters/slideMaster1.xml" Id="Rf6fe5443d6b34f11" /><Relationship Type="http://schemas.openxmlformats.org/officeDocument/2006/relationships/notesMaster" Target="/ppt/notesMasters/notesMaster1.xml" Id="R0a2f74d2eb514d1b" /><Relationship Type="http://schemas.openxmlformats.org/officeDocument/2006/relationships/presProps" Target="/ppt/presProps.xml" Id="Rb921097899e24a1a" /><Relationship Type="http://schemas.openxmlformats.org/officeDocument/2006/relationships/tableStyles" Target="/ppt/tableStyles.xml" Id="Ra0e2d8b4df0f41cd" /><Relationship Type="http://schemas.openxmlformats.org/officeDocument/2006/relationships/font" Target="/ppt/fonts/font.dat" Id="Re960de99c4e54ef1" /><Relationship Type="http://schemas.openxmlformats.org/officeDocument/2006/relationships/font" Target="/ppt/fonts/font2.dat" Id="Ra610fe402fc3493a" /><Relationship Type="http://schemas.openxmlformats.org/officeDocument/2006/relationships/slide" Target="/ppt/slides/slide1.xml" Id="R6d6d1bc44a2540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2cbe09513c46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b4bdc435034d75" /><Relationship Type="http://schemas.openxmlformats.org/officeDocument/2006/relationships/notesMaster" Target="/ppt/notesMasters/notesMaster1.xml" Id="R87bef0aaa44e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16dd374e348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cdd1e652947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255460ff84b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f6d8fcae64b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cf660a79441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88f676d9d4a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19F2D5-637A-4D07-A811-422F19B3B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8F595B-BA4A-4C65-B549-6775B6CB9B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8B7149-E8F8-4393-9BBC-9392853A6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DF481D-CA3A-4C05-A8F3-F17EC8A817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5452B0-A149-4D6F-8C1B-D38D09F992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28173E-7A57-4321-8330-7C9D54987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A659-4A92-4AA2-87F5-151B2DAC01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16250C-D768-4750-BBB9-4EAAAD1E23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C6A096-4CBC-4D6A-99A6-8E2AFC54C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E757D7-EB34-4076-B43A-30F11F7DFB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f24014b0a04abb" /><Relationship Type="http://schemas.openxmlformats.org/officeDocument/2006/relationships/slideLayout" Target="/ppt/slideLayouts/slideLayout1.xml" Id="R91151a4ad6854e6a" /><Relationship Type="http://schemas.openxmlformats.org/officeDocument/2006/relationships/slideLayout" Target="/ppt/slideLayouts/slideLayout2.xml" Id="R0312f46358544d5a" /><Relationship Type="http://schemas.openxmlformats.org/officeDocument/2006/relationships/slideLayout" Target="/ppt/slideLayouts/slideLayout3.xml" Id="R4ab41b43fcd3448d" /><Relationship Type="http://schemas.openxmlformats.org/officeDocument/2006/relationships/slideLayout" Target="/ppt/slideLayouts/slideLayout4.xml" Id="R5c37901a099c486e" /><Relationship Type="http://schemas.openxmlformats.org/officeDocument/2006/relationships/slideLayout" Target="/ppt/slideLayouts/slideLayout5.xml" Id="R2781b47302534e19" /><Relationship Type="http://schemas.openxmlformats.org/officeDocument/2006/relationships/slideLayout" Target="/ppt/slideLayouts/slideLayout6.xml" Id="R6544fff55af346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51a4ad6854e6a"/>
    <p:sldLayoutId xmlns:r="http://schemas.openxmlformats.org/officeDocument/2006/relationships" id="2147483650" r:id="R0312f46358544d5a"/>
    <p:sldLayoutId xmlns:r="http://schemas.openxmlformats.org/officeDocument/2006/relationships" id="2147483651" r:id="R4ab41b43fcd3448d"/>
    <p:sldLayoutId xmlns:r="http://schemas.openxmlformats.org/officeDocument/2006/relationships" id="2147483652" r:id="R5c37901a099c486e"/>
    <p:sldLayoutId xmlns:r="http://schemas.openxmlformats.org/officeDocument/2006/relationships" id="2147483653" r:id="R2781b47302534e19"/>
    <p:sldLayoutId xmlns:r="http://schemas.openxmlformats.org/officeDocument/2006/relationships" id="2147483654" r:id="R6544fff55af346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bec813f8b4b81" /><Relationship Type="http://schemas.openxmlformats.org/officeDocument/2006/relationships/notesSlide" Target="/ppt/notesSlides/notesSlide1.xml" Id="R090c73e01f0348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67190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2026-10-18T02:46:06.9870000Z</dcterms:created>
  <dcterms:modified xsi:type="dcterms:W3CDTF">2026-10-18T02:46:06.9870000Z</dcterms:modified>
</coreProperties>
</file>