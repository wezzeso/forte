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0a20a59464062" /><Relationship Type="http://schemas.openxmlformats.org/officeDocument/2006/relationships/extended-properties" Target="/docProps/app.xml" Id="Rdf0c8139a2254631" /><Relationship Type="http://schemas.openxmlformats.org/officeDocument/2006/relationships/officeDocument" Target="/ppt/presentation.xml" Id="R366daf3f5b20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0d615d29d4ca8"/>
  </p:sldMasterIdLst>
  <p:notesMasterIdLst>
    <p:notesMasterId xmlns:r="http://schemas.openxmlformats.org/officeDocument/2006/relationships" r:id="R31728928e636489d"/>
  </p:notesMasterIdLst>
  <p:sldIdLst>
    <p:sldId xmlns:r="http://schemas.openxmlformats.org/officeDocument/2006/relationships" id="256" r:id="Ra30fa436cbaf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fb2e7c1db4145" /><Relationship Type="http://schemas.openxmlformats.org/officeDocument/2006/relationships/slideMaster" Target="/ppt/slideMasters/slideMaster1.xml" Id="R3300d615d29d4ca8" /><Relationship Type="http://schemas.openxmlformats.org/officeDocument/2006/relationships/notesMaster" Target="/ppt/notesMasters/notesMaster1.xml" Id="R31728928e636489d" /><Relationship Type="http://schemas.openxmlformats.org/officeDocument/2006/relationships/presProps" Target="/ppt/presProps.xml" Id="R08e21f4251114f98" /><Relationship Type="http://schemas.openxmlformats.org/officeDocument/2006/relationships/tableStyles" Target="/ppt/tableStyles.xml" Id="Rb79bd47df5334121" /><Relationship Type="http://schemas.openxmlformats.org/officeDocument/2006/relationships/slide" Target="/ppt/slides/slide1.xml" Id="Ra30fa436cbaf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5c7b279fe8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10dfabc6fe49c3" /><Relationship Type="http://schemas.openxmlformats.org/officeDocument/2006/relationships/notesMaster" Target="/ppt/notesMasters/notesMaster1.xml" Id="Ra484d43214da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5f7c1887049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0c97610e648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9a0d3bf0942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b810c9fb042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193f9fad449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5ce6e17024c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2DFB3C-2B3E-4551-B31A-CA60ECDD7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F71257-D357-42E1-92DE-1C41A90FD6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D122A6-0697-403B-9E32-F9F3C9020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599BD-418D-4E98-9146-D7F1AE863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BAE5C6-F616-4ECC-8002-A7DC1B404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9DA9B7-639C-4DA3-8135-4A2068B96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740D7F-21F3-42C4-8B71-A121535ED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640FA8-1836-4DCA-BE87-E3F10ABF4B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5D1404-F231-4B48-8D9C-7E3268A15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439B0B-0B59-4A82-B581-7D66A46003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72447b264c442d" /><Relationship Type="http://schemas.openxmlformats.org/officeDocument/2006/relationships/slideLayout" Target="/ppt/slideLayouts/slideLayout1.xml" Id="R6edfbc3290004bb9" /><Relationship Type="http://schemas.openxmlformats.org/officeDocument/2006/relationships/slideLayout" Target="/ppt/slideLayouts/slideLayout2.xml" Id="Rc239ca57a1a544e1" /><Relationship Type="http://schemas.openxmlformats.org/officeDocument/2006/relationships/slideLayout" Target="/ppt/slideLayouts/slideLayout3.xml" Id="Rb20743e7dddc4c54" /><Relationship Type="http://schemas.openxmlformats.org/officeDocument/2006/relationships/slideLayout" Target="/ppt/slideLayouts/slideLayout4.xml" Id="R50e980665ac84b83" /><Relationship Type="http://schemas.openxmlformats.org/officeDocument/2006/relationships/slideLayout" Target="/ppt/slideLayouts/slideLayout5.xml" Id="Rcc13fc3f5dae420e" /><Relationship Type="http://schemas.openxmlformats.org/officeDocument/2006/relationships/slideLayout" Target="/ppt/slideLayouts/slideLayout6.xml" Id="Red2e86cf20a9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dfbc3290004bb9"/>
    <p:sldLayoutId xmlns:r="http://schemas.openxmlformats.org/officeDocument/2006/relationships" id="2147483650" r:id="Rc239ca57a1a544e1"/>
    <p:sldLayoutId xmlns:r="http://schemas.openxmlformats.org/officeDocument/2006/relationships" id="2147483651" r:id="Rb20743e7dddc4c54"/>
    <p:sldLayoutId xmlns:r="http://schemas.openxmlformats.org/officeDocument/2006/relationships" id="2147483652" r:id="R50e980665ac84b83"/>
    <p:sldLayoutId xmlns:r="http://schemas.openxmlformats.org/officeDocument/2006/relationships" id="2147483653" r:id="Rcc13fc3f5dae420e"/>
    <p:sldLayoutId xmlns:r="http://schemas.openxmlformats.org/officeDocument/2006/relationships" id="2147483654" r:id="Red2e86cf20a9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6aef689724b63" /><Relationship Type="http://schemas.openxmlformats.org/officeDocument/2006/relationships/notesSlide" Target="/ppt/notesSlides/notesSlide1.xml" Id="R2d10393fecfa4e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9EA5E-5289-4BBB-9DCB-4A96727A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defRPr sz="108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108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Panopticon</a:t>
            </a:r>
          </a:p>
        </p:txBody>
      </p:sp>
    </p:spTree>
    <p:extLst>
      <p:ext uri="{BB962C8B-B14F-4D97-AF65-F5344CB8AC3E}">
        <p14:creationId xmlns:p14="http://schemas.microsoft.com/office/powerpoint/2010/main" val="674519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2026-10-18T02:35:08.9460000Z</dcterms:created>
  <dcterms:modified xsi:type="dcterms:W3CDTF">2026-10-18T02:35:08.9460000Z</dcterms:modified>
</coreProperties>
</file>